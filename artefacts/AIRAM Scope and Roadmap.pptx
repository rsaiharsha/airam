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38275"/>
            <a:ext cx="2590800" cy="202689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1438275"/>
            <a:ext cx="2590800" cy="20268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438275"/>
            <a:ext cx="2590800" cy="20268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1438275"/>
            <a:ext cx="2590800" cy="20268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98590"/>
            <a:ext cx="2590800" cy="20268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900" y="4198590"/>
            <a:ext cx="2590800" cy="202689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4198590"/>
            <a:ext cx="2590800" cy="202689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4198590"/>
            <a:ext cx="2590800" cy="20268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30604" y="381000"/>
            <a:ext cx="633079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11827"/>
                </a:solidFill>
                <a:latin typeface="Inter"/>
              </a:rPr>
              <a:t>AIRAM: Strategic Scope &amp;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6600" y="6486525"/>
            <a:ext cx="914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CA3AF"/>
                </a:solidFill>
                <a:latin typeface="Inter"/>
              </a:rPr>
              <a:t>TCS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7675" y="1085850"/>
            <a:ext cx="386048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7280"/>
                </a:solidFill>
                <a:latin typeface="Inter SemiBold"/>
              </a:rPr>
              <a:t>CURRENT SCOPE (WHAT AIRAM DELIVERS 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537" y="3846165"/>
            <a:ext cx="297037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7280"/>
                </a:solidFill>
                <a:latin typeface="Inter SemiBold"/>
              </a:rPr>
              <a:t>FUTURE SCOPE (REALISTIC ROADMAP)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2432670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5450" y="167640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1768" y="2171700"/>
            <a:ext cx="2110263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Requirements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484090"/>
            <a:ext cx="2190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Ingest and organize requirements across SYS1-&gt;SYS2-&gt;SYS3-&gt;SW/HW levels with inline editing and status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0425" y="2432670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4850" y="1676400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61159" y="2171700"/>
            <a:ext cx="2250281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Quality Analysis &amp; 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0925" y="2484090"/>
            <a:ext cx="2190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AI checks against EARS syntax &amp; INCOSE rules with auto-suggested rewrites and rationale for violations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9825" y="2432670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0" y="1676400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10600" y="2171700"/>
            <a:ext cx="1590198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Traceability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2484090"/>
            <a:ext cx="2190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Automated bi-directional links (e.g. SYS1 to SYS2), gap detection and suggested missing links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9225" y="2432670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53650" y="1676400"/>
            <a:ext cx="342900" cy="3429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74981" y="2171700"/>
            <a:ext cx="190023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Configurable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9725" y="2484090"/>
            <a:ext cx="2190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Adaptable analysis models (Strict, Standard, Custom) + RAG grounded in project- or OEM-specific reference docs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1025" y="5192985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95450" y="4436715"/>
            <a:ext cx="342900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36796" y="4932015"/>
            <a:ext cx="166020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Test Case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5244405"/>
            <a:ext cx="2190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Auto-generate test cases directly from validated requirements (SW/HW) pre-linked for traceability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00425" y="5192985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4850" y="4436715"/>
            <a:ext cx="342900" cy="3429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56183" y="4932015"/>
            <a:ext cx="1860232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Change Impact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0925" y="5244405"/>
            <a:ext cx="21907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Automated tracing downstream impacts (design elements, test cases) when a requirement is edited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9825" y="5192985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0" y="4436715"/>
            <a:ext cx="342900" cy="3429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95611" y="4932015"/>
            <a:ext cx="142017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Design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0325" y="5244405"/>
            <a:ext cx="2190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Import architecture (SysML/UML models) start 2-way sync with requirements with quality checks and bi-directional AI sync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9225" y="5192985"/>
            <a:ext cx="257175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3650" y="4436715"/>
            <a:ext cx="342900" cy="3429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414986" y="4932015"/>
            <a:ext cx="1820227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1200" i="0" u="none">
                <a:solidFill>
                  <a:srgbClr val="1F2937"/>
                </a:solidFill>
                <a:latin typeface="Inter SemiBold"/>
              </a:rPr>
              <a:t>Governance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9725" y="5244405"/>
            <a:ext cx="2190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B5563"/>
                </a:solidFill>
                <a:latin typeface="Inter"/>
              </a:rPr>
              <a:t>ASPICE/ISO26262 Compliance Dashboards with real-time summary indicators and node-level traceability metrics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09750" y="1771650"/>
            <a:ext cx="11430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0575" y="1771650"/>
            <a:ext cx="171450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19975" y="1771650"/>
            <a:ext cx="171450" cy="152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8900" y="1771650"/>
            <a:ext cx="152400" cy="1524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09750" y="4531965"/>
            <a:ext cx="114300" cy="152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10100" y="4531965"/>
            <a:ext cx="152400" cy="152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9975" y="4531965"/>
            <a:ext cx="171450" cy="1524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39375" y="4531965"/>
            <a:ext cx="17145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